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Intrusion Detection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Machine Learning (Random Forest + Flask)</a:t>
            </a:r>
          </a:p>
          <a:p>
            <a:r>
              <a:t>Presented By: __________</a:t>
            </a:r>
          </a:p>
          <a:p>
            <a:r>
              <a:t>Guide: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Rapid growth of internet usage</a:t>
            </a:r>
          </a:p>
          <a:p>
            <a:r>
              <a:t>• Increase in cyber attacks</a:t>
            </a:r>
          </a:p>
          <a:p>
            <a:r>
              <a:t>• Need for intelligent intrusion detection systems</a:t>
            </a:r>
          </a:p>
          <a:p>
            <a:r>
              <a:t>• Machine Learning improves detection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Traditional IDS are rule-based</a:t>
            </a:r>
          </a:p>
          <a:p>
            <a:r>
              <a:t>• Cannot detect zero-day attacks</a:t>
            </a:r>
          </a:p>
          <a:p>
            <a:r>
              <a:t>• High false positive rates</a:t>
            </a:r>
          </a:p>
          <a:p>
            <a:r>
              <a:t>• Need automated ML-based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 ML-based NIDS</a:t>
            </a:r>
          </a:p>
          <a:p>
            <a:r>
              <a:t>• Achieve high accuracy (&gt;90%)</a:t>
            </a:r>
          </a:p>
          <a:p>
            <a:r>
              <a:t>• Deploy using Flask</a:t>
            </a:r>
          </a:p>
          <a:p>
            <a:r>
              <a:t>• Provide user-friendly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 Attacks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Denial of Service (DoS)</a:t>
            </a:r>
          </a:p>
          <a:p>
            <a:r>
              <a:t>• Probe Attacks</a:t>
            </a:r>
          </a:p>
          <a:p>
            <a:r>
              <a:t>• Remote to Local (R2L)</a:t>
            </a:r>
          </a:p>
          <a:p>
            <a:r>
              <a:t>• User to Root (U2R)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KDD Cup 99 Dataset</a:t>
            </a:r>
          </a:p>
          <a:p>
            <a:r>
              <a:t>• 41 network features</a:t>
            </a:r>
          </a:p>
          <a:p>
            <a:r>
              <a:t>• Labeled attack categories</a:t>
            </a:r>
          </a:p>
          <a:p>
            <a:r>
              <a:t>• Used for training and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Handling missing values</a:t>
            </a:r>
          </a:p>
          <a:p>
            <a:r>
              <a:t>• Label encoding</a:t>
            </a:r>
          </a:p>
          <a:p>
            <a:r>
              <a:t>• Feature selection</a:t>
            </a:r>
          </a:p>
          <a:p>
            <a:r>
              <a:t>• Train-test split (80:20)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Classifier</a:t>
            </a:r>
          </a:p>
          <a:p/>
          <a:p>
            <a:r>
              <a:t>• Ensemble learning</a:t>
            </a:r>
          </a:p>
          <a:p>
            <a:r>
              <a:t>• High accuracy</a:t>
            </a:r>
          </a:p>
          <a:p>
            <a:r>
              <a:t>• Reduces overfitting</a:t>
            </a:r>
          </a:p>
          <a:p>
            <a:r>
              <a:t>• Suitable for classification tasks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Load dataset</a:t>
            </a:r>
          </a:p>
          <a:p>
            <a:r>
              <a:t>2. Preprocess data</a:t>
            </a:r>
          </a:p>
          <a:p>
            <a:r>
              <a:t>3. Train Random Forest</a:t>
            </a:r>
          </a:p>
          <a:p>
            <a:r>
              <a:t>4. Evaluate accuracy</a:t>
            </a:r>
          </a:p>
          <a:p>
            <a:r>
              <a:t>5. Save model (.pkl)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Flask Web App → ML Model → Prediction → Result Display</a:t>
            </a:r>
          </a:p>
          <a:p/>
          <a:p>
            <a:r>
              <a:t>(Figure 1: Insert Architecture Diagram)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→ Input Data → Model Prediction → Display Result</a:t>
            </a:r>
          </a:p>
          <a:p/>
          <a:p>
            <a:r>
              <a:t>(Figure 2: Insert Flowchart)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Flask</a:t>
            </a:r>
          </a:p>
          <a:p>
            <a:r>
              <a:t>• Scikit-learn</a:t>
            </a:r>
          </a:p>
          <a:p>
            <a:r>
              <a:t>• HTML/CSS/JS</a:t>
            </a:r>
          </a:p>
          <a:p>
            <a:r>
              <a:t>• Pandas &amp; NumPy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Developed using Python</a:t>
            </a:r>
          </a:p>
          <a:p>
            <a:r>
              <a:t>• Flask backend integration</a:t>
            </a:r>
          </a:p>
          <a:p>
            <a:r>
              <a:t>• Web UI with HTML/CSS</a:t>
            </a:r>
          </a:p>
          <a:p>
            <a:r>
              <a:t>• Model loaded using pickle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Input Form Page</a:t>
            </a:r>
          </a:p>
          <a:p>
            <a:r>
              <a:t>• Result Display Page</a:t>
            </a:r>
          </a:p>
          <a:p>
            <a:r>
              <a:t>• Admin Dashboard</a:t>
            </a:r>
          </a:p>
          <a:p/>
          <a:p>
            <a:r>
              <a:t>(Figure 3: Insert UI Screenshots)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Accuracy: 95%</a:t>
            </a:r>
          </a:p>
          <a:p>
            <a:r>
              <a:t>• Precision: 94%</a:t>
            </a:r>
          </a:p>
          <a:p>
            <a:r>
              <a:t>• Recall: 96%</a:t>
            </a:r>
          </a:p>
          <a:p>
            <a:r>
              <a:t>• F1 Score: 95%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True Positive: High</a:t>
            </a:r>
          </a:p>
          <a:p>
            <a:r>
              <a:t>False Positive: Low</a:t>
            </a:r>
          </a:p>
          <a:p/>
          <a:p>
            <a:r>
              <a:t>(Figure 4: Insert Confusion Matrix Image)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detection</a:t>
            </a:r>
          </a:p>
          <a:p>
            <a:r>
              <a:t>• High accuracy</a:t>
            </a:r>
          </a:p>
          <a:p>
            <a:r>
              <a:t>• Cost-effective</a:t>
            </a:r>
          </a:p>
          <a:p>
            <a:r>
              <a:t>• Easy deployment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Depends on dataset quality</a:t>
            </a:r>
          </a:p>
          <a:p>
            <a:r>
              <a:t>• Requires retraining for new attacks</a:t>
            </a:r>
          </a:p>
          <a:p>
            <a:r>
              <a:t>• Limited real-time packet capture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Deep Learning (LSTM)</a:t>
            </a:r>
          </a:p>
          <a:p>
            <a:r>
              <a:t>• Real-time packet sniffing</a:t>
            </a:r>
          </a:p>
          <a:p>
            <a:r>
              <a:t>• Cloud deployment</a:t>
            </a:r>
          </a:p>
          <a:p>
            <a:r>
              <a:t>• Email alert 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ML-based Network Intrusion Detection System successfully detects malicious traffic with 95% accuracy and provides an efficient cybersecurity solution.</a:t>
            </a:r>
          </a:p>
          <a:p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